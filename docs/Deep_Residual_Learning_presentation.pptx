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FDD880E-5D36-49FE-B95D-28C9122B699A}">
          <p14:sldIdLst>
            <p14:sldId id="256"/>
            <p14:sldId id="257"/>
            <p14:sldId id="258"/>
            <p14:sldId id="259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a21ed5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a21ed51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a21ed5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a21ed5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a21ed51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a21ed51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Deep Residual Learning for Image Recognition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-1388850" y="4350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Juraj Budinský, Tomáš </a:t>
            </a:r>
            <a:r>
              <a:rPr lang="en-US" dirty="0" err="1"/>
              <a:t>Horička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Why deeper networks were hard to train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Deep neural networks usually improve vision performance.</a:t>
            </a:r>
          </a:p>
          <a:p>
            <a:pPr lvl="0"/>
            <a:r>
              <a:rPr lang="en-US" dirty="0"/>
              <a:t>But simply adding more layers caused a </a:t>
            </a:r>
            <a:r>
              <a:rPr lang="en-US" b="1" dirty="0"/>
              <a:t>degradation problem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training error got worse</a:t>
            </a:r>
          </a:p>
          <a:p>
            <a:pPr lvl="1"/>
            <a:r>
              <a:rPr lang="en-US" dirty="0"/>
              <a:t>test accuracy also dropped</a:t>
            </a:r>
          </a:p>
          <a:p>
            <a:r>
              <a:rPr lang="en-US" dirty="0"/>
              <a:t>This was </a:t>
            </a:r>
            <a:r>
              <a:rPr lang="en-US" b="1" dirty="0"/>
              <a:t>not mainly overfitting</a:t>
            </a:r>
            <a:r>
              <a:rPr lang="en-US" dirty="0"/>
              <a:t>.</a:t>
            </a:r>
          </a:p>
          <a:p>
            <a:r>
              <a:rPr lang="en-US" dirty="0"/>
              <a:t>So the issue was </a:t>
            </a:r>
            <a:r>
              <a:rPr lang="en-US" b="1" dirty="0"/>
              <a:t>optimization</a:t>
            </a:r>
            <a:r>
              <a:rPr lang="en-US" dirty="0"/>
              <a:t>: deeper plain networks became harder to learn.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Residual learning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Instead of learning the full mapping </a:t>
            </a:r>
            <a:r>
              <a:rPr lang="en-US" b="1" dirty="0"/>
              <a:t>H(x)</a:t>
            </a:r>
            <a:r>
              <a:rPr lang="en-US" dirty="0"/>
              <a:t>, the network learns the </a:t>
            </a:r>
            <a:r>
              <a:rPr lang="en-US" b="1" dirty="0"/>
              <a:t>residual</a:t>
            </a:r>
            <a:r>
              <a:rPr lang="en-US" dirty="0"/>
              <a:t>:</a:t>
            </a:r>
          </a:p>
          <a:p>
            <a:pPr lvl="1"/>
            <a:r>
              <a:rPr lang="pt-BR" dirty="0"/>
              <a:t>F(x) = H(x) – x</a:t>
            </a:r>
          </a:p>
          <a:p>
            <a:r>
              <a:rPr lang="en-US" dirty="0"/>
              <a:t>Final output becomes:</a:t>
            </a:r>
          </a:p>
          <a:p>
            <a:pPr lvl="1"/>
            <a:r>
              <a:rPr lang="en-US" dirty="0"/>
              <a:t>F(x) + x</a:t>
            </a:r>
          </a:p>
          <a:p>
            <a:r>
              <a:rPr lang="en-US" dirty="0"/>
              <a:t>This is implemented with a </a:t>
            </a:r>
            <a:r>
              <a:rPr lang="en-US" b="1" dirty="0"/>
              <a:t>shortcut / skip connection</a:t>
            </a:r>
            <a:r>
              <a:rPr lang="en-US" dirty="0"/>
              <a:t> that adds the input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ResNets</a:t>
            </a:r>
            <a:r>
              <a:rPr lang="en-US" dirty="0"/>
              <a:t> train better and get more accurate</a:t>
            </a: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On </a:t>
            </a:r>
            <a:r>
              <a:rPr lang="en-US" b="1" dirty="0"/>
              <a:t>ImageNet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plain 34-layer net was worse than plain 18-layer net</a:t>
            </a:r>
          </a:p>
          <a:p>
            <a:pPr lvl="1"/>
            <a:r>
              <a:rPr lang="en-US" dirty="0"/>
              <a:t>residual 34-layer net was much better than residual 18-layer net</a:t>
            </a:r>
          </a:p>
          <a:p>
            <a:r>
              <a:rPr lang="en-US" dirty="0"/>
              <a:t>Very deep residual networks worked well:</a:t>
            </a:r>
          </a:p>
          <a:p>
            <a:pPr lvl="1"/>
            <a:r>
              <a:rPr lang="en-US" dirty="0"/>
              <a:t>50, 101, and 152 layers</a:t>
            </a:r>
          </a:p>
          <a:p>
            <a:r>
              <a:rPr lang="en-US" dirty="0"/>
              <a:t>The </a:t>
            </a:r>
            <a:r>
              <a:rPr lang="en-US" b="1" dirty="0"/>
              <a:t>152-layer </a:t>
            </a:r>
            <a:r>
              <a:rPr lang="en-US" b="1" dirty="0" err="1"/>
              <a:t>ResNet</a:t>
            </a:r>
            <a:r>
              <a:rPr lang="en-US" dirty="0"/>
              <a:t> was much deeper than VGG, but still had lower complexity than VGG-19.</a:t>
            </a:r>
          </a:p>
          <a:p>
            <a:r>
              <a:rPr lang="en-US" dirty="0"/>
              <a:t>Residual networks reduced training error and improved validation/test accuracy.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70DD-99E4-0566-19AC-D2471483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Residual block algorithm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F718A4-ACFE-654E-EA94-96DDC8A00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214071"/>
            <a:ext cx="878026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the input x.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x through a small stack of layers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compute a residual function F(x).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paper, this is usually either:</a:t>
            </a:r>
          </a:p>
          <a:p>
            <a:pPr marL="8001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layers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smaller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</a:t>
            </a:r>
          </a:p>
          <a:p>
            <a:pPr marL="8001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layers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bottleneck version for deeper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the original input unchanged through a shortcut path.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this shortcut is just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it copies x directly forward.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the two paths element-wise: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y=F(x)+x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the addition.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practically, block output is σ(y), where σ 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this output to the next residual block.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97BE-4C8C-F5E2-FC0E-52AADE25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this paper mattered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911FD-FF92-B611-297E-D567C62C8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74295"/>
            <a:ext cx="8520600" cy="3416400"/>
          </a:xfrm>
        </p:spPr>
        <p:txBody>
          <a:bodyPr/>
          <a:lstStyle/>
          <a:p>
            <a:r>
              <a:rPr lang="en-US" dirty="0"/>
              <a:t>Residual connections solved the degradation problem in deep CNNs.</a:t>
            </a:r>
          </a:p>
          <a:p>
            <a:r>
              <a:rPr lang="en-US" dirty="0"/>
              <a:t>Much deeper models became practical and effective.</a:t>
            </a:r>
          </a:p>
          <a:p>
            <a:r>
              <a:rPr lang="en-US" dirty="0"/>
              <a:t>Best reported results in the paper:</a:t>
            </a:r>
          </a:p>
          <a:p>
            <a:pPr lvl="1"/>
            <a:r>
              <a:rPr lang="en-US" b="1" dirty="0"/>
              <a:t>3.57% top-5 test error</a:t>
            </a:r>
            <a:r>
              <a:rPr lang="en-US" dirty="0"/>
              <a:t> on ImageNet with an ensemble</a:t>
            </a:r>
          </a:p>
          <a:p>
            <a:pPr lvl="1"/>
            <a:r>
              <a:rPr lang="en-US" dirty="0"/>
              <a:t>strong gains on </a:t>
            </a:r>
            <a:r>
              <a:rPr lang="en-US" b="1" dirty="0"/>
              <a:t>CIFAR-10</a:t>
            </a:r>
          </a:p>
          <a:p>
            <a:pPr lvl="1"/>
            <a:r>
              <a:rPr lang="en-US" dirty="0"/>
              <a:t>large improvements on </a:t>
            </a:r>
            <a:r>
              <a:rPr lang="en-US" b="1" dirty="0"/>
              <a:t>object detection</a:t>
            </a:r>
            <a:r>
              <a:rPr lang="en-US" dirty="0"/>
              <a:t> and </a:t>
            </a:r>
            <a:r>
              <a:rPr lang="en-US" b="1" dirty="0"/>
              <a:t>localization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E29F17-3D1F-E3BB-2ADE-AFE618072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28" y="2571750"/>
            <a:ext cx="7431544" cy="240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069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364</Words>
  <Application>Microsoft Office PowerPoint</Application>
  <PresentationFormat>On-screen Show (16:9)</PresentationFormat>
  <Paragraphs>39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Deep Residual Learning for Image Recognition</vt:lpstr>
      <vt:lpstr>Why deeper networks were hard to train</vt:lpstr>
      <vt:lpstr>Residual learning</vt:lpstr>
      <vt:lpstr>ResNets train better and get more accurate</vt:lpstr>
      <vt:lpstr>Residual block algorithm</vt:lpstr>
      <vt:lpstr>Why this paper mattered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Juraj Budinský</cp:lastModifiedBy>
  <cp:revision>2</cp:revision>
  <dcterms:modified xsi:type="dcterms:W3CDTF">2026-03-19T08:22:43Z</dcterms:modified>
</cp:coreProperties>
</file>